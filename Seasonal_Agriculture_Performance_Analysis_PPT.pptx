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111" d="100"/>
          <a:sy n="111" d="100"/>
        </p:scale>
        <p:origin x="474" y="9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09/09/2026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09/09/2026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09/09/2026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09/09/2026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09/09/2026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09/09/2026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09/09/2026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09/09/2026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09/09/2026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09/09/2026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09/09/2026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09/09/2026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09/09/2026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09/09/2026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09/09/2026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09/09/2026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09/09/2026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09/09/2026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09/09/2026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09/09/2026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5956" y="3583914"/>
            <a:ext cx="3457811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Vishal</a:t>
            </a:r>
            <a:endParaRPr lang="en-IN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University of Mumbai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334794"/>
            <a:ext cx="4998720" cy="992555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75956" y="4576469"/>
            <a:ext cx="5420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4602" y="1875556"/>
            <a:ext cx="5887738" cy="3607987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1800" dirty="0"/>
              <a:t>Agricultural performance is shaped by seasonal variations in environmental conditions, farming practices, resource availability and market conditions.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1800" dirty="0"/>
              <a:t>Raw agricultural data does not clearly reveal how performance changes across the Kharif, Rabi and Zaid seasons.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1800" dirty="0"/>
              <a:t>The problem is to analyze a seasonal agriculture dataset to uncover meaningful patterns, trends, relationships and variations in performance across seasons.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1800" dirty="0"/>
              <a:t>Goal: support evidence-based seasonal agricultural planning through data-driven insights.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1121433"/>
            <a:ext cx="6276109" cy="907313"/>
          </a:xfrm>
        </p:spPr>
        <p:txBody>
          <a:bodyPr>
            <a:normAutofit/>
          </a:bodyPr>
          <a:lstStyle/>
          <a:p>
            <a:r>
              <a:rPr lang="en-GB" dirty="0"/>
              <a:t>Project Description</a:t>
            </a:r>
            <a:endParaRPr lang="en-IN" dirty="0"/>
          </a:p>
        </p:txBody>
      </p:sp>
      <p:sp>
        <p:nvSpPr>
          <p:cNvPr id="20" name="Description Body"/>
          <p:cNvSpPr txBox="1"/>
          <p:nvPr/>
        </p:nvSpPr>
        <p:spPr>
          <a:xfrm>
            <a:off x="660399" y="2070340"/>
            <a:ext cx="7904481" cy="4123426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1800" dirty="0"/>
              <a:t>This project analyzes a seasonal agriculture performance dataset of 4,000 farm records spanning 8 Indian states, 8 crops and 3 seasons (Kharif, Rabi, Zaid).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1800" dirty="0"/>
              <a:t>The dataset covers environmental conditions (rainfall, temperature, humidity, soil), resource usage (water, fertilizer, pesticide) and economic outcomes (cost, revenue, profit).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1800" dirty="0"/>
              <a:t>Using Python (Pandas, Seaborn, SciPy) in a Jupyter Notebook, the data was cleaned, explored and compared across seasons.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1800" dirty="0"/>
              <a:t>Statistical tests (ANOVA) and correlation analysis were used to check whether seasonal differences are meaningful and to identify the strongest drivers of yield and profit.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sz="1800" dirty="0"/>
              <a:t>The output is a complete, evidence-based comparison of seasonal agricultural performance with actionable recommendations.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Farmers and farming cooperatives planning crop choice, irrigation and input use by season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State and district agricultural departments doing seasonal planning and policy-making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Agri-business and input suppliers (seed, fertilizer, irrigation equipment) targeting seasonal demand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Researchers and agricultural economists studying seasonal performance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NGOs and financial institutions assessing agricultural risk and lending by season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1432560"/>
            <a:ext cx="5959476" cy="313944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Language: </a:t>
            </a:r>
            <a:r>
              <a:rPr lang="en-IN" sz="2000" dirty="0"/>
              <a:t>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Data handling: </a:t>
            </a:r>
            <a:r>
              <a:rPr lang="en-IN" sz="2000" dirty="0"/>
              <a:t>Pandas, NumPy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Visualization: </a:t>
            </a:r>
            <a:r>
              <a:rPr lang="en-IN" sz="2000" dirty="0"/>
              <a:t>Matplotlib, Seaborn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Statistics: </a:t>
            </a:r>
            <a:r>
              <a:rPr lang="en-IN" sz="2000" dirty="0"/>
              <a:t>SciPy (ANOVA, correlation analysis)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Environment: </a:t>
            </a:r>
            <a:r>
              <a:rPr lang="en-IN" sz="2000" dirty="0"/>
              <a:t>Jupyter Notebook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807164" y="1243135"/>
            <a:ext cx="6361387" cy="4217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Yield Distribution by Season (Kharif vs Rabi vs Zaid)</a:t>
            </a:r>
            <a:endParaRPr lang="en-IN" sz="2000" dirty="0"/>
          </a:p>
        </p:txBody>
      </p:sp>
      <p:pic>
        <p:nvPicPr>
          <p:cNvPr id="99" name="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164" y="1889684"/>
            <a:ext cx="6728191" cy="45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807164" y="1275371"/>
            <a:ext cx="8854421" cy="4585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Correlation Heatmap: Environmental &amp; Resource Factors vs Yield / Profit</a:t>
            </a:r>
            <a:endParaRPr lang="en-IN" sz="2000" dirty="0"/>
          </a:p>
        </p:txBody>
      </p:sp>
      <p:pic>
        <p:nvPicPr>
          <p:cNvPr id="99" name="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36" y="1889684"/>
            <a:ext cx="5580535" cy="45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807163" y="1337095"/>
            <a:ext cx="7720295" cy="4338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Economic Performance by Season: Cost, Revenue and Profit</a:t>
            </a:r>
            <a:endParaRPr lang="en-IN" sz="2000" dirty="0"/>
          </a:p>
        </p:txBody>
      </p:sp>
      <p:pic>
        <p:nvPicPr>
          <p:cNvPr id="99" name="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00" y="2510849"/>
            <a:ext cx="10800000" cy="3328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10600000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Average Yield (t/ha) by State and Season</a:t>
            </a:r>
            <a:endParaRPr lang="en-IN" sz="2000" dirty="0"/>
          </a:p>
        </p:txBody>
      </p:sp>
      <p:pic>
        <p:nvPicPr>
          <p:cNvPr id="99" name="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889684"/>
            <a:ext cx="7665593" cy="45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807164" y="1201587"/>
            <a:ext cx="9113213" cy="45468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Average Resource Usage by Season (Water, Fertilizer, Pesticide, Efficiency)</a:t>
            </a:r>
            <a:endParaRPr lang="en-IN" sz="2000" dirty="0"/>
          </a:p>
        </p:txBody>
      </p:sp>
      <p:pic>
        <p:nvPicPr>
          <p:cNvPr id="99" name="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92" y="1889684"/>
            <a:ext cx="6602362" cy="45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675957" y="1400000"/>
            <a:ext cx="5400000" cy="48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IN" sz="1600" dirty="0"/>
              <a:t>Extend the analysis to multiple years of data to confirm whether seasonal patterns hold over time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IN" sz="1600" dirty="0"/>
              <a:t>Build a regression / ML model to predict yield from environmental and resource inputs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IN" sz="1600" dirty="0"/>
              <a:t>Integrate live weather and market price feeds for real-time seasonal advisories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675958" y="3278038"/>
            <a:ext cx="5655832" cy="2424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IN" sz="1600" dirty="0"/>
              <a:t>Investigate the root cause of negative profit margins seen across all seasons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IN" sz="1600" dirty="0"/>
              <a:t>Deploy the analysis as an interactive dashboard for farmers and planners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IN" sz="1600" dirty="0"/>
              <a:t>Add district-level and crop-level drill-downs for more targeted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675957" y="1293962"/>
            <a:ext cx="6000888" cy="20099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IN" sz="1600" dirty="0"/>
              <a:t>Repository: </a:t>
            </a:r>
            <a:r>
              <a:rPr lang="en-IN" dirty="0">
                <a:hlinkClick r:id="rId3"/>
              </a:rPr>
              <a:t>https://github.com/</a:t>
            </a:r>
            <a:endParaRPr lang="en-IN" dirty="0"/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IN" sz="1600" dirty="0"/>
              <a:t>Contains: Jupyter Notebook with full EDA, cleaning, statistical tests and visualizations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IN" sz="1600" dirty="0"/>
              <a:t>Dataset: seasonal_agriculture_performance_dataset.csv included in the repo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675958" y="3157268"/>
            <a:ext cx="5400000" cy="230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IN" sz="1600" dirty="0"/>
              <a:t>To run: clone the repo, install requirements (pandas, seaborn, scipy)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IN" sz="1600" dirty="0"/>
              <a:t>Open Seasonal_Agriculture_Performance_Analysis.ipynb in Jupyter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IN" sz="1600" dirty="0"/>
              <a:t>Run all cells to reproduce the full analysis and charts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4626" y="370589"/>
            <a:ext cx="6478437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675957" y="1900000"/>
            <a:ext cx="143552" cy="193040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8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20" grpId="0"/>
      <p:bldP spid="23" grpId="0"/>
      <p:bldP spid="30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629</TotalTime>
  <Words>541</Words>
  <Application>Microsoft Office PowerPoint</Application>
  <PresentationFormat>Widescreen</PresentationFormat>
  <Paragraphs>54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Seasonal Agriculture Performance Analysis</vt:lpstr>
      <vt:lpstr>PROBLEM  STATEMENT</vt:lpstr>
      <vt:lpstr>Project Description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Vishal Rajbhar</cp:lastModifiedBy>
  <cp:revision>102</cp:revision>
  <dcterms:created xsi:type="dcterms:W3CDTF">2021-07-11T13:13:15Z</dcterms:created>
  <dcterms:modified xsi:type="dcterms:W3CDTF">2026-09-09T04:31:05Z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